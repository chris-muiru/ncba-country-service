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5EE"/>
                </a:solidFill>
                <a:latin typeface="Calibri"/>
              </a:rPr>
              <a:t>Case Study  —  Integration Microservices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NCBA LOOP
Country Info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74320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SOAP + REST Integration  ·  Spring Boot 3.4.2  ·  MySQL  · 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Consumes a live SOAP web service to fetch country data, persists it to MySQL,
and exposes a full CRUD REST API — containerised and Kubernetes-ready.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Chris Muiru  |  chrismuiru8@gmail.com  |  +254 758 662 445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5EE"/>
                </a:solidFill>
                <a:latin typeface="Calibri"/>
              </a:rPr>
              <a:t>01  | 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What Was Asked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96028"/>
            <a:ext cx="882396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43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Chris Muiru  |  Integration Microservices Engineer  |  NCBA LOOP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143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2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170432"/>
            <a:ext cx="8595360" cy="28905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21232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2212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Spring Boot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221232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Spring Boot 3.4.2 · Spring Web · Spring Data JPA · MySQL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22984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52298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SOAP project (SoapUI)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522984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Consumed CountryInfoService WSDL — CountryISOCode + FullCountryInfo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1773936"/>
            <a:ext cx="8595360" cy="28905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24736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82473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REST POST endpoint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1824736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POST /api/country  ·  accepts {"name"}  ·  converts to sentence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126488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1264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Fetch ISO code via SOAP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12648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SOAP call: sCountryName → CountryISOCodeResult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2377440"/>
            <a:ext cx="8595360" cy="28905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428240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42824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Fetch full info via 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428240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SOAP call: sCountryISOCode → FullCountryInfoResult +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29992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72999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CountryInfo &amp; Language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729992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JPA entities: CountryInfoDef @OneToMany LanguageDef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2980944"/>
            <a:ext cx="8595360" cy="28905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031744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0317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CRUD REST APIs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031744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GET all · GET by ID · PUT update · 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333496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33349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Kubernetes scripts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333496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deployment · service · configmap · secret · HPA · MySQL StatefulSet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3584448"/>
            <a:ext cx="8595360" cy="289052"/>
          </a:xfrm>
          <a:prstGeom prst="rect">
            <a:avLst/>
          </a:prstGeom>
          <a:solidFill>
            <a:srgbClr val="162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635248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6352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K8s deployment guide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3635248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docs/deployment-guide.md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937000"/>
            <a:ext cx="274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6B3C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3937000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K8s troubleshoot guide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3937000"/>
            <a:ext cx="6035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docs/troubleshooting-guide.md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5EE"/>
                </a:solidFill>
                <a:latin typeface="Calibri"/>
              </a:rPr>
              <a:t>02  |  Integration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How the Flow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96028"/>
            <a:ext cx="882396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43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Chris Muiru  |  Integration Microservices Engineer  |  NCBA LOOP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143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3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1417320" cy="381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135636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55956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POST /api/country
{"name": "kenya"}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128016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1280160"/>
            <a:ext cx="14173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7880" y="135636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7880" y="155956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Validate input
@NotBlank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28016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280160"/>
            <a:ext cx="14173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2360" y="135636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2360" y="155956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toSentenceCase()
"kenya" → "Kenya"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28016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280160"/>
            <a:ext cx="14173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6840" y="135636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SOAP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6840" y="155956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CountryISOCode
sCountryName=Kenya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28016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280160"/>
            <a:ext cx="14173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1320" y="135636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SOAP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1320" y="155956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Returns
isoCode=KE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7" y="16637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16637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16637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166370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246888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75120" y="2468880"/>
            <a:ext cx="14173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51320" y="254508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SOAP CLIENT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1320" y="274828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FullCountryInfo
sCountryISOCode=KE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246888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20640" y="2468880"/>
            <a:ext cx="14173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6840" y="254508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SOAP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6840" y="274828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name, capitalCity
phoneCode, languages[]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46888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566160" y="2468880"/>
            <a:ext cx="14173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42360" y="254508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2360" y="274828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Map → entity
Save to MySQL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246888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011680" y="2468880"/>
            <a:ext cx="14173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7880" y="254508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Calibri"/>
              </a:rPr>
              <a:t>REPOSITORY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7880" y="274828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countryInfoRepo
.save(entity)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468880"/>
            <a:ext cx="141732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2468880"/>
            <a:ext cx="1417320" cy="381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400" y="2545080"/>
            <a:ext cx="1315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RESPONSE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400" y="2748280"/>
            <a:ext cx="1315720" cy="563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201 Created
full country 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56248" y="285242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1768" y="285242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47288" y="285242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92807" y="285242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B3C"/>
                </a:solidFill>
                <a:latin typeface="Calibri"/>
              </a:rPr>
              <a:t>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⟳  SOAP client retries up to 3 times (1s delay) on failure  ·  5s connect timeout  ·  10s read timeout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5EE"/>
                </a:solidFill>
                <a:latin typeface="Calibri"/>
              </a:rPr>
              <a:t>03  |  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Code Architecture — MVC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96028"/>
            <a:ext cx="882396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43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Chris Muiru  |  Integration Microservices Engineer  |  NCBA LOOP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143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38100" cy="475488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23952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06B3C"/>
                </a:solidFill>
                <a:latin typeface="Calibri"/>
              </a:rPr>
              <a:t>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417320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CountryController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2649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REST endpoints, input validation, DTO→Res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09927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09927"/>
            <a:ext cx="3810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760727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D9488"/>
                </a:solidFill>
                <a:latin typeface="Calibri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938527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CountryServiceImp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178612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Business logic: sentence case, SOAP orchestration, save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31134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231134"/>
            <a:ext cx="38100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281934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D97706"/>
                </a:solidFill>
                <a:latin typeface="Calibri"/>
              </a:rPr>
              <a:t>SOAP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459734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CountryInfoSoapClient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230733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Raw SOAP XML, XML parsing, retry loop, timeouts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52341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752341"/>
            <a:ext cx="38100" cy="4754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803141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D28D9"/>
                </a:solidFill>
                <a:latin typeface="Calibri"/>
              </a:rPr>
              <a:t>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2980941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CountryInfoRepo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282854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Spring Data JPA — findAll, findById, save, delete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73548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273548"/>
            <a:ext cx="38100" cy="4754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324348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CBD5E1"/>
                </a:solidFill>
                <a:latin typeface="Calibri"/>
              </a:rPr>
              <a:t>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3502148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CountryInfoDef + LanguageDef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33497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@OneToMany relationship, UUID, audit fields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794755"/>
            <a:ext cx="320040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794755"/>
            <a:ext cx="38100" cy="4754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3845555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91C1C"/>
                </a:solidFill>
                <a:latin typeface="Calibri"/>
              </a:rPr>
              <a:t>EXCEPTION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4023355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GlobalExceptionHandler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387095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400 Bad Request, 500 Internal — user-friendly JSON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1170432"/>
            <a:ext cx="50292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77639" y="12070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REST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1472184"/>
            <a:ext cx="475488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152704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6B3C"/>
                </a:solidFill>
                <a:latin typeface="Calibri"/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98848" y="152704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/api/country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71616" y="152704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152704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Fetch from SOAP + save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186537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186537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/api/country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1616" y="186537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186537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Fetch all countries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39" y="22037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2203704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/api/country/{id}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71616" y="2203704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5664" y="220370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Fetch by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7639" y="254203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98848" y="25420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/api/country/{id}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1616" y="2542032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55664" y="2542032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Update country info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7639" y="288036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B91C1C"/>
                </a:solidFill>
                <a:latin typeface="Calibri"/>
              </a:rPr>
              <a:t>DELETE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98848" y="2880360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/api/country/{id}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71616" y="2880360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55664" y="288036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Delete country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321868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98848" y="3218688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/actuator/health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3218688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55664" y="32186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Liveness / readiness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7639" y="3557016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D9488"/>
                </a:solidFill>
                <a:latin typeface="Calibri"/>
              </a:rPr>
              <a:t>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355701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/actuator/metrics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71616" y="35570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E8F5EE"/>
                </a:solidFill>
                <a:latin typeface="Calibri"/>
              </a:rPr>
              <a:t>200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55664" y="355701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  <a:latin typeface="Calibri"/>
              </a:rPr>
              <a:t>Prometheus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5EE"/>
                </a:solidFill>
                <a:latin typeface="Calibri"/>
              </a:rPr>
              <a:t>04  |  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Production-Ready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96028"/>
            <a:ext cx="882396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43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Chris Muiru  |  Integration Microservices Engineer  |  NCBA LOOP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143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5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70432"/>
            <a:ext cx="39319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12593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Retries &amp; Timeouts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14752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SOAP client retries 3× with 1s delay · 5s connect timeout · 10s read timeout via SimpleClientHttpRequestFactory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17043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170432"/>
            <a:ext cx="3931920" cy="381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3600" y="12593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B3C"/>
                </a:solidFill>
                <a:latin typeface="Calibri"/>
              </a:rPr>
              <a:t>Structured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3600" y="14752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@Slf4j on every component · log.info("operation - field: {}", value) · timestamps + thread in pattern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2199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21992"/>
            <a:ext cx="393192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800" y="23108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Metrics &amp;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" y="25267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Spring Actuator + Micrometer Prometheus · /actuator/health (K8s probes) · /actuator/metrics · /actuator/prometheus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22199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2221992"/>
            <a:ext cx="3931920" cy="381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3600" y="23108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  <a:latin typeface="Calibri"/>
              </a:rP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3600" y="25267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GlobalExceptionHandler · CustomExceptionDto { statusCode, message, error, path } · Validation → 400 · Server →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7355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73552"/>
            <a:ext cx="393192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800" y="33624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Containerisation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35783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Multi-stage Dockerfile (eclipse-temurin:24-jdk-alpine) · docker-compose.yml with MySQL health check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273552"/>
            <a:ext cx="3931920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3273552"/>
            <a:ext cx="3931920" cy="381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3600" y="33624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B3C"/>
                </a:solidFill>
                <a:latin typeface="Calibri"/>
              </a:rPr>
              <a:t>Kubernetes &amp; Scalability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3600" y="35783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Deployment (2 replicas) · HPA min 2 / max 5 pods at 70% CPU · ConfigMap + Secret · MySQL StatefulSet + PVC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5EE"/>
                </a:solidFill>
                <a:latin typeface="Calibri"/>
              </a:rPr>
              <a:t>05  |  Running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How to Run and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5400"/>
          </a:xfrm>
          <a:prstGeom prst="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4796028"/>
            <a:ext cx="882396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1431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Chris Muiru  |  Integration Microservices Engineer  |  NCBA LOOP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81431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Calibri"/>
              </a:rPr>
              <a:t>6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40233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070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Start the 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472184"/>
            <a:ext cx="3749039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36192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536192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Clone / open the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726692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cd ncba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938528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938528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Start everything (one cmd)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129028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docker-compose up --build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340864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340864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App runs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2531364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http://localhost:8080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743200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2743200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Run automated test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2933700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python3 test_api.py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45536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145536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Import Postman collection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336036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openapi/requests.json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47872"/>
            <a:ext cx="20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3C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3547872"/>
            <a:ext cx="13716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Health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3738372"/>
            <a:ext cx="3474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curl localhost:8080/actuator/health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1170432"/>
            <a:ext cx="420624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2070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test_api.py — Coverage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1472184"/>
            <a:ext cx="384048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1536192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53619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GET /actuator/health → status: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1837944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1837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POST {"name":"kenya"} → name: Kenya, isoCode: 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2139696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POST {"name":"TANZANIA"} → sentence 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2441448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244144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POST empty name → 400 validation error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743200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7488" y="27432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GET /api/country → returns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3044952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47488" y="304495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GET /api/country/{id} → correct record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346704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334670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GET /api/country/99999 → 400 not found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3648456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36484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PUT /api/country/{id} → updated capitalCity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950208"/>
            <a:ext cx="177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B3C"/>
                </a:solidFill>
                <a:latin typeface="Calibri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39502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DELETE → 204, re-fetch → 400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